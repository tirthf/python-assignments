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B8DB183-2325-4F64-A7D2-7FB6E5C0213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6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7DB49C5-0098-40E8-87F3-15797EE0AFB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8A4F428-B75D-40F1-9DB9-5A77CCE705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DF20F8F-15A6-4590-B0E8-C965103E888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AA00284-414B-471B-9DE9-AEEB1F59506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26FA3EF-5039-4D2D-A8E2-E52D8534213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F3916F5-C926-4BB2-B026-EF42CFDA39E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4150162-0549-48A3-90E7-75C0510B93B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E8F5962-E3FE-4FEC-AD23-C51274C4908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C25F1E1-1F7B-4260-8B2F-563BF395A60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A646132-E0C8-44CB-8DCF-5D6D43D8498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2"/>
          <p:cNvSpPr/>
          <p:nvPr/>
        </p:nvSpPr>
        <p:spPr>
          <a:xfrm>
            <a:off x="411480" y="1828800"/>
            <a:ext cx="11365200" cy="10080"/>
          </a:xfrm>
          <a:prstGeom prst="rect">
            <a:avLst/>
          </a:prstGeom>
          <a:solidFill>
            <a:srgbClr val="96969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3"/>
          <p:cNvSpPr/>
          <p:nvPr/>
        </p:nvSpPr>
        <p:spPr>
          <a:xfrm>
            <a:off x="594360" y="1993320"/>
            <a:ext cx="10972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USERNAME AND EMAIL VALIDATION SYSTEM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4"/>
          <p:cNvSpPr/>
          <p:nvPr/>
        </p:nvSpPr>
        <p:spPr>
          <a:xfrm>
            <a:off x="621720" y="2450520"/>
            <a:ext cx="10880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Using Regular Expressions (Regex), Python Functions and Tkinter GUI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5"/>
          <p:cNvSpPr/>
          <p:nvPr/>
        </p:nvSpPr>
        <p:spPr>
          <a:xfrm>
            <a:off x="540000" y="2923200"/>
            <a:ext cx="10969200" cy="30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1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Project</a:t>
            </a:r>
            <a:r>
              <a:rPr lang="en-US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: Student Login Validation System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1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Presented by:</a:t>
            </a:r>
            <a:r>
              <a:rPr lang="en-US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 Tirth Faldu (12502080603019)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1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Class:</a:t>
            </a:r>
            <a:r>
              <a:rPr lang="en-US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 IT-A   batch (1A8)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 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1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Language</a:t>
            </a:r>
            <a:r>
              <a:rPr lang="en-US" sz="18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: Python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1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Core concepts</a:t>
            </a:r>
            <a:r>
              <a:rPr lang="en-US" sz="18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: Regular Expressions, functions and graphical user interface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1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Purpose</a:t>
            </a:r>
            <a:r>
              <a:rPr lang="en-US" sz="18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: Validate a 10-digit enrollment number and an ADIT college email address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" name=""/>
          <p:cNvPicPr/>
          <p:nvPr/>
        </p:nvPicPr>
        <p:blipFill>
          <a:blip r:embed="rId1"/>
          <a:stretch/>
        </p:blipFill>
        <p:spPr>
          <a:xfrm>
            <a:off x="868680" y="180000"/>
            <a:ext cx="10454400" cy="154656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2"/>
          <p:cNvSpPr/>
          <p:nvPr/>
        </p:nvSpPr>
        <p:spPr>
          <a:xfrm>
            <a:off x="411480" y="1828800"/>
            <a:ext cx="11365200" cy="10080"/>
          </a:xfrm>
          <a:prstGeom prst="rect">
            <a:avLst/>
          </a:prstGeom>
          <a:solidFill>
            <a:srgbClr val="96969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3"/>
          <p:cNvSpPr/>
          <p:nvPr/>
        </p:nvSpPr>
        <p:spPr>
          <a:xfrm>
            <a:off x="594360" y="1993320"/>
            <a:ext cx="10972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PROJECT OVERVIEW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4"/>
          <p:cNvSpPr/>
          <p:nvPr/>
        </p:nvSpPr>
        <p:spPr>
          <a:xfrm>
            <a:off x="621720" y="2450520"/>
            <a:ext cx="10880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Objective and validation workflow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5"/>
          <p:cNvSpPr/>
          <p:nvPr/>
        </p:nvSpPr>
        <p:spPr>
          <a:xfrm>
            <a:off x="731520" y="2697480"/>
            <a:ext cx="10789200" cy="35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Accept the user's enrollment number and college email through a desktop form.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Use regular expressions to check whether both inputs follow the required format.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Display a clear error message when an input is empty or invalid.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Show a success alert only when both fields pass validation.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The Clear button empties the form and removes old error messages.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"/>
          <p:cNvPicPr/>
          <p:nvPr/>
        </p:nvPicPr>
        <p:blipFill>
          <a:blip r:embed="rId1"/>
          <a:stretch/>
        </p:blipFill>
        <p:spPr>
          <a:xfrm>
            <a:off x="868680" y="180000"/>
            <a:ext cx="10454400" cy="154656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2"/>
          <p:cNvSpPr/>
          <p:nvPr/>
        </p:nvSpPr>
        <p:spPr>
          <a:xfrm>
            <a:off x="411480" y="1828800"/>
            <a:ext cx="11365200" cy="10080"/>
          </a:xfrm>
          <a:prstGeom prst="rect">
            <a:avLst/>
          </a:prstGeom>
          <a:solidFill>
            <a:srgbClr val="96969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3"/>
          <p:cNvSpPr/>
          <p:nvPr/>
        </p:nvSpPr>
        <p:spPr>
          <a:xfrm>
            <a:off x="594360" y="1993320"/>
            <a:ext cx="10972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REGEX AND VALIDATION FUNCTIONS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4"/>
          <p:cNvSpPr/>
          <p:nvPr/>
        </p:nvSpPr>
        <p:spPr>
          <a:xfrm>
            <a:off x="621720" y="2450520"/>
            <a:ext cx="10880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The core rules are implemented in two reusable functions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6"/>
          <p:cNvSpPr/>
          <p:nvPr/>
        </p:nvSpPr>
        <p:spPr>
          <a:xfrm>
            <a:off x="6702120" y="3398400"/>
            <a:ext cx="4997880" cy="14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500" b="1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^\d{10}$ </a:t>
            </a:r>
            <a:r>
              <a:rPr lang="en-US" sz="15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: exactly 10 digits.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500" b="1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@adit\.ac\.in</a:t>
            </a:r>
            <a:r>
              <a:rPr lang="en-US" sz="15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 : requires the college domain.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500" b="1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strip()</a:t>
            </a:r>
            <a:r>
              <a:rPr lang="en-US" sz="15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 removes spaces at the beginning and end.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500" b="1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fullmatch() </a:t>
            </a:r>
            <a:r>
              <a:rPr lang="en-US" sz="15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checks the complete input.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"/>
          <p:cNvPicPr/>
          <p:nvPr/>
        </p:nvPicPr>
        <p:blipFill>
          <a:blip r:embed="rId1"/>
          <a:stretch/>
        </p:blipFill>
        <p:spPr>
          <a:xfrm>
            <a:off x="868680" y="180000"/>
            <a:ext cx="10454400" cy="1546560"/>
          </a:xfrm>
          <a:prstGeom prst="rect">
            <a:avLst/>
          </a:prstGeom>
          <a:noFill/>
          <a:ln w="38160">
            <a:noFill/>
          </a:ln>
        </p:spPr>
      </p:pic>
      <p:pic>
        <p:nvPicPr>
          <p:cNvPr id="76" name=""/>
          <p:cNvPicPr/>
          <p:nvPr/>
        </p:nvPicPr>
        <p:blipFill>
          <a:blip r:embed="rId2"/>
          <a:stretch/>
        </p:blipFill>
        <p:spPr>
          <a:xfrm>
            <a:off x="540000" y="3183840"/>
            <a:ext cx="5808600" cy="203616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2"/>
          <p:cNvSpPr/>
          <p:nvPr/>
        </p:nvSpPr>
        <p:spPr>
          <a:xfrm>
            <a:off x="411480" y="1828800"/>
            <a:ext cx="11365200" cy="10080"/>
          </a:xfrm>
          <a:prstGeom prst="rect">
            <a:avLst/>
          </a:prstGeom>
          <a:solidFill>
            <a:srgbClr val="96969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3"/>
          <p:cNvSpPr/>
          <p:nvPr/>
        </p:nvSpPr>
        <p:spPr>
          <a:xfrm>
            <a:off x="594360" y="1883160"/>
            <a:ext cx="10972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GUI AND VALIDATION LOGIC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4"/>
          <p:cNvSpPr/>
          <p:nvPr/>
        </p:nvSpPr>
        <p:spPr>
          <a:xfrm>
            <a:off x="621720" y="2242080"/>
            <a:ext cx="10880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Tkinter connects the input fields, buttons and messages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"/>
          <p:cNvPicPr/>
          <p:nvPr/>
        </p:nvPicPr>
        <p:blipFill>
          <a:blip r:embed="rId1"/>
          <a:stretch/>
        </p:blipFill>
        <p:spPr>
          <a:xfrm>
            <a:off x="621720" y="2561760"/>
            <a:ext cx="4277520" cy="4277880"/>
          </a:xfrm>
          <a:prstGeom prst="rect">
            <a:avLst/>
          </a:prstGeom>
          <a:noFill/>
          <a:ln w="38160">
            <a:noFill/>
          </a:ln>
        </p:spPr>
      </p:pic>
      <p:pic>
        <p:nvPicPr>
          <p:cNvPr id="81" name=""/>
          <p:cNvPicPr/>
          <p:nvPr/>
        </p:nvPicPr>
        <p:blipFill>
          <a:blip r:embed="rId2"/>
          <a:stretch/>
        </p:blipFill>
        <p:spPr>
          <a:xfrm>
            <a:off x="6300000" y="2561760"/>
            <a:ext cx="5038560" cy="1571040"/>
          </a:xfrm>
          <a:prstGeom prst="rect">
            <a:avLst/>
          </a:prstGeom>
          <a:noFill/>
          <a:ln w="38160">
            <a:noFill/>
          </a:ln>
        </p:spPr>
      </p:pic>
      <p:pic>
        <p:nvPicPr>
          <p:cNvPr id="82" name=""/>
          <p:cNvPicPr/>
          <p:nvPr/>
        </p:nvPicPr>
        <p:blipFill>
          <a:blip r:embed="rId3"/>
          <a:stretch/>
        </p:blipFill>
        <p:spPr>
          <a:xfrm>
            <a:off x="868680" y="180000"/>
            <a:ext cx="10454400" cy="154656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2"/>
          <p:cNvSpPr/>
          <p:nvPr/>
        </p:nvSpPr>
        <p:spPr>
          <a:xfrm>
            <a:off x="411480" y="1828800"/>
            <a:ext cx="11365200" cy="10080"/>
          </a:xfrm>
          <a:prstGeom prst="rect">
            <a:avLst/>
          </a:prstGeom>
          <a:solidFill>
            <a:srgbClr val="96969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3"/>
          <p:cNvSpPr/>
          <p:nvPr/>
        </p:nvSpPr>
        <p:spPr>
          <a:xfrm>
            <a:off x="594360" y="1993320"/>
            <a:ext cx="10972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OUTPUT: STUDENT LOGIN GUI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4"/>
          <p:cNvSpPr/>
          <p:nvPr/>
        </p:nvSpPr>
        <p:spPr>
          <a:xfrm>
            <a:off x="621720" y="2450520"/>
            <a:ext cx="10880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The form accepts enrollment number and college email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Picture 5" descr="gui_output_empty.png"/>
          <p:cNvPicPr/>
          <p:nvPr/>
        </p:nvPicPr>
        <p:blipFill>
          <a:blip r:embed="rId1"/>
          <a:srcRect l="8198" t="6718" r="9774" b="2421"/>
          <a:stretch/>
        </p:blipFill>
        <p:spPr>
          <a:xfrm>
            <a:off x="900000" y="2880360"/>
            <a:ext cx="3599280" cy="323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TextBox 6"/>
          <p:cNvSpPr/>
          <p:nvPr/>
        </p:nvSpPr>
        <p:spPr>
          <a:xfrm>
            <a:off x="720000" y="6386040"/>
            <a:ext cx="4388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Initial application window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Picture 7" descr="gui_output_success.png"/>
          <p:cNvPicPr/>
          <p:nvPr/>
        </p:nvPicPr>
        <p:blipFill>
          <a:blip r:embed="rId2"/>
          <a:srcRect l="9292" t="3317" r="8685" b="2744"/>
          <a:stretch/>
        </p:blipFill>
        <p:spPr>
          <a:xfrm>
            <a:off x="5760000" y="2770200"/>
            <a:ext cx="3599280" cy="334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TextBox 8"/>
          <p:cNvSpPr/>
          <p:nvPr/>
        </p:nvSpPr>
        <p:spPr>
          <a:xfrm>
            <a:off x="5532120" y="6245280"/>
            <a:ext cx="4388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Successful validation example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9"/>
          <p:cNvSpPr/>
          <p:nvPr/>
        </p:nvSpPr>
        <p:spPr>
          <a:xfrm>
            <a:off x="9540000" y="3246120"/>
            <a:ext cx="251964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5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Submit checks both fields.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5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Clear resets the form.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" name=""/>
          <p:cNvPicPr/>
          <p:nvPr/>
        </p:nvPicPr>
        <p:blipFill>
          <a:blip r:embed="rId3"/>
          <a:stretch/>
        </p:blipFill>
        <p:spPr>
          <a:xfrm>
            <a:off x="868680" y="180000"/>
            <a:ext cx="10454400" cy="154656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2"/>
          <p:cNvSpPr/>
          <p:nvPr/>
        </p:nvSpPr>
        <p:spPr>
          <a:xfrm>
            <a:off x="411480" y="1828800"/>
            <a:ext cx="11365200" cy="10080"/>
          </a:xfrm>
          <a:prstGeom prst="rect">
            <a:avLst/>
          </a:prstGeom>
          <a:solidFill>
            <a:srgbClr val="96969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3"/>
          <p:cNvSpPr/>
          <p:nvPr/>
        </p:nvSpPr>
        <p:spPr>
          <a:xfrm>
            <a:off x="594360" y="1993320"/>
            <a:ext cx="10972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OUTPUT, TESTING AND CONCLUSION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4"/>
          <p:cNvSpPr/>
          <p:nvPr/>
        </p:nvSpPr>
        <p:spPr>
          <a:xfrm>
            <a:off x="621720" y="2450520"/>
            <a:ext cx="10880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Invalid inputs display a helpful message instead of proceeding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Picture 5" descr="gui_output_invalid.png"/>
          <p:cNvPicPr/>
          <p:nvPr/>
        </p:nvPicPr>
        <p:blipFill>
          <a:blip r:embed="rId1"/>
          <a:srcRect l="10261" t="3453" r="10052" b="4105"/>
          <a:stretch/>
        </p:blipFill>
        <p:spPr>
          <a:xfrm>
            <a:off x="1080000" y="2770200"/>
            <a:ext cx="3059280" cy="316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TextBox 6"/>
          <p:cNvSpPr/>
          <p:nvPr/>
        </p:nvSpPr>
        <p:spPr>
          <a:xfrm>
            <a:off x="685800" y="6108120"/>
            <a:ext cx="3839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Example: wrong email domain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7"/>
          <p:cNvSpPr/>
          <p:nvPr/>
        </p:nvSpPr>
        <p:spPr>
          <a:xfrm>
            <a:off x="4800600" y="2761560"/>
            <a:ext cx="6628680" cy="35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7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Valid enrollment: 1234567890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7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Valid email: tirth@adit.ac.in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7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Invalid email: student@gmail.com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7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The program uses functions for reusable validation and Tkinter for GUI interaction.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7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Conclusion: the project demonstrates input validation, regex patterns, event-driven functions and user-friendly feedback.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" name=""/>
          <p:cNvPicPr/>
          <p:nvPr/>
        </p:nvPicPr>
        <p:blipFill>
          <a:blip r:embed="rId2"/>
          <a:stretch/>
        </p:blipFill>
        <p:spPr>
          <a:xfrm>
            <a:off x="868680" y="180000"/>
            <a:ext cx="10454400" cy="154656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LibreOffice/26.8.1.1$Windows_X86_64 LibreOffice_project/bf6ef2662401c7d6dce671ab4deb26ee0af3a7c1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2026-10-27T12:25:56Z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